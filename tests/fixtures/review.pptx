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 office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Occupancy up to 81 percent</a:t>
            </a:r>
          </a:p>
          <a:p>
            <a:r>
              <a:t>Guest score 4.6 out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54864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Prepared by Meera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